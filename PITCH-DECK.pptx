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Conduikt</a:t>
            </a:r>
          </a:p>
          <a:p>
            <a:r>
              <a:rPr sz="1600" i="1">
                <a:solidFill>
                  <a:srgbClr val="6B665E"/>
                </a:solidFill>
              </a:rPr>
              <a:t>AI Marketing Automation — a working application of multi-agent AI in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Pitch deck / lecture supplement Audience: MSc IT students and industry practitioners One-liner: The marketing department, replaced by a constellation of specialised AI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 —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Conduikt The AI-native marketing operating system.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"A team of 20 specialised AI agents that research, strategise, write, design, schedule, publish, measure, and iterate — for any business, in any niche, in any language."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Founded: Lagos, Nigeria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Stack: Next.js 15 · Supabase · Anthropic Claude · Inngest · HeyGen · ElevenLabs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Status: Live at conduikt.com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2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 modern marketing team needs 9 distinct skill sets to function: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Role                  What they do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--------------------  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SEO strategist        Keyword research, site audits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Content strategist    Editorial calendars, pillar content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Copywriter            Landing pages, ads, emails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Social media manager  Daily posts across 4+ platforms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Video producer        Short-form ad creative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Email marketer        Sequences, broadcasts, list hygiene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Growth marketer       A/B tests, CRO, launch plans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Data analyst          GA4, Search Console, post-level metrics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Designer              Visual assets, brand consistency       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Cost: $20k–$60k/month for a small team. Speed: 2–8 weeks per campaign.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The gap: Most startups, SMBs, and even agency clients cannot afford this stack. They ship sporadic, inconsistent marketing — and lose to better-resourced incumbents.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3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One platform. One operator. 20 AI agents. Continuous output.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User input ──► Onboarding Agent ──► Strategy → Content → Distribution → Measurement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                              ↑__________ feedback loop _________|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 user describes their business once. From that moment, Conduikt: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1.  Researches the market, competitors, keywords, and audience.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2.  Plans a 30/60/90-day marketing strategy with KPIs.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3.  Generates blog posts, social content, email sequences, ad copy, and short-form video.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4.  Publishes on a schedule across LinkedIn, X, email, and the site's own blog.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5.  Measures real performance via GA4, Search Console, and platform APIs.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6.  Learns from results and feeds insight back into the next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4 — System architecture (one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2A24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│                        Conduikt Web App                     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│            (Next.js 15, App Router, React Server Components)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    │                            │             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    ▼                            ▼                  ▼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┌──────────────────┐         ┌──────────────────┐  ┌──────────────┐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│  Supabase Postgres│        │  Anthropic Claude │  │  Inngest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│  (RLS, RPC, JSONB)│        │  (Sonnet/Opus)   │  │  durable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│  · 10 tables     │         │  · 20 agents     │  │  workflows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│  · pg_cron       │         │  · Tool use      │  │         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└──────────────────┘         └──────────────────┘  └──────────────┘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    │                            │             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    └──────────────┬─────────────┴───────────────┬──┘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                   ▼                             ▼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┌─────────────────────────────┐    ┌───────────────────────┐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│  Publishing connectors      │    │  Measurement APIs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│  · LinkedIn API             │    │  · Google Analytics 4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│  · X (Twitter) API v2       │    │  · Search Console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│  · Resend (email)           │    │  · YouTube Data API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│  · HeyGen (avatar video)    │    │  · Platform metrics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│  · ElevenLabs (voice)       │    │                     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          └─────────────────────────────┘    └───────────────────────┘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Three primary subsystems: knowledge (DB), intelligence (agents), action (connectors).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5 — The 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Conduikt runs 20 specialised Claude agents, each with its own: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System prompt (3,000–8,000 tokens)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Output schema (strict JSON)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Tool repertoire (search, scrape, image, etc.)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Retry &amp; validation policy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D9663A"/>
                </a:solidFill>
              </a:rPr>
              <a:t>Strategy agents (5)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#  Agent               Job                  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  ------------------  ----------------------------------------------------------------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  Onboarding Advisor  Interviews the user, extracts brand DNA, proposes a 30-day plan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2  Content Strategy    Quarterly pillar plan with topic clusters and editorial calendar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3  Launch Strategy     Day-by-day pre-launch / launch / first-30-days plan with assets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4  Growth Playbook     Prioritised activation, retention, and referral plays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5  Posting Plan        Week-by-week X + LinkedIn cadence with hooks and video briefs  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D9663A"/>
                </a:solidFill>
              </a:rPr>
              <a:t>Analysis agents (5)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#   Agent             Job                 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  ----------------  ---------------------------------------------------------------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6   Competitor Intel  One-shot AI analysis of competitor positioning and content gaps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7   Keyword Research  Ideation + clustering + intent classification + difficulty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8   SEO Audit         Technical + on-page audit, prioritised fixes ranked by ROI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9   Page CRO          Conversion audit of any live landing page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10  A/B Test Setup    Hypothesis, sample size, decision rules + variants            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D9663A"/>
                </a:solidFill>
              </a:rPr>
              <a:t>Creation agents (6)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#   Agent              Job               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  -----------------  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11  Blog               SEO-optimised 1500-word articles with image selection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12  Social Content     Platform-native posts (LI, X, FB, IG) with hashtags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13  Copywriting        Landing pages, ad copy, taglines, hero sections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14  Email Sequence     3–7 step drip nurtures with trigger + delay logic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15  Programmatic SEO   Batch-generates unique templated landing pages from a dataset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16  Video Ad / Script  30/60/90-second short-form video scripts → HeyGen pipeline  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D9663A"/>
                </a:solidFill>
              </a:rPr>
              <a:t>Distribution &amp; orchestration agents (3)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#   Agent                  Job                            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  ---------------------  --------------------------------------------------------------------------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17  Campaign Orchestrator  Multi-step campaign: research → write → schedule → publish → measure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18  Calendar Agent         Smart scheduling across channels, conflict-aware, audience-time-zone aware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19  Client Reports         White-label PDF reports with branding, metrics, and content analysis     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 b="1">
                <a:solidFill>
                  <a:srgbClr val="D9663A"/>
                </a:solidFill>
              </a:rPr>
              <a:t>Quality-control agent (1)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#   Agent           Job                               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  --------------  -----------------------------------------------------------------------------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20  Content Scorer  LLM-as-judge: grades any generated asset against a rubric, suggests revisions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Each agent is a first-class citizen with its own model, temperature, max tokens, and evaluation harness.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6 — 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10 normalised Postgres tables under Supabase Row-Level Security: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profiles · projects · assets · campaigns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audiences · contacts · email_sequences · broadcasts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scheduled_posts · video_jobs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Why it matters: because data is structured (not just dumped to a vector DB), Conduikt can: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Re-render any asset across formats (blog → LinkedIn thread → email → tweet)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Reuse research across agents (one keyword report feeds 14 downstream agents)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Run analytics across users at the row level, not by re-prompting an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7 — Feature pillar 1: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The user provides a URL. Within 90 seconds, Conduikt produces: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Brand DNA brief: positioning, voice, audience personas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Competitor map: top 5 competitors, their angles, weaknesses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Keyword universe: 100+ keywords clustered by intent + difficulty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30/60/90-day plan: weekly objectives, KPIs, content calendar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SEO audit: Lighthouse + crawl + recommendations, ranked by ROI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AI application: retrieval-augmented planning. Each agent uses tool calling (web fetch, sitemap parse, Lighthouse API) to ground its output in the user's actual site, not training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8 — Feature pillar 2: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One brief → many native formats: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Format                    Agent                  Length                  Median time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------------------------  ---------------------  ----------------------  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Blog post                 blog-post              1500 words + 4 images   45 s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LinkedIn post             social-content         1300 chars + image      6 s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X thread                  social-content         5–8 tweets              8 s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Email                     email-sequence         250-word HTML           5 s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Video ad (UGC presenter)  video-script + HeyGen  30–60 s MP4             4–6 min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Landing page              copywriting            Full hero + CTAs        12 s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Ad copy                   copywriting            Google + Meta variants  7 s        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AI application: structured generation. Each agent returns strict JSON with schema validation; renderers turn JSON into HTML/MP4/CSV. Drift between formats is impossible because the source-of-truth is structured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9 — Feature pillar 3: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This is the most technically dense agent in the system.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Brief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▼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[video-script agent]  ──── Claude Sonnet generates a 90s shooting script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│                        Strict JSON: { scenes[], voiceover, hook, cta }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▼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[HeyGen API]          ──── Picks brand-matched avatar (gender, ethnicity, vibe)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│                        Renders avatar with lip-synced TTS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▼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[Supabase Storage]    ──── Re-uploads .mp4 + thumbnail for CDN delivery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│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  ▼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Final 30-60 sec video, ready to post.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Inngest orchestrates the long-running job (4–6 min) as a durable function — survives serverless time limits, retries failed steps idempotently, refunds credit on failure.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AI application: multi-modal pipeline (text generation → speech synthesis → avatar rendering → video assembly). End user never sees the seams.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10 — Feature pillar 4: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Generated content goes nowhere without distribution. Conduikt publishes to: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LinkedIn — Posts + organisation pages via LinkedIn API v2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X (Twitter) — Single posts and threads via API v2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Email — Broadcasts to opted-in audiences via Resend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Blog — One-click publish to the user's own conduikt-hosted blog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(In progress) Facebook, Instagram, TikTok, YouTube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Scheduler: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pg_cron runs every 5 minutes inside Supabase Postgres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Looks for scheduled_posts WHERE scheduled_for &lt;= now() AND status = 'pending'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Calls a Next.js route that resolves the user's OAuth token and posts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Idempotent — won't double-publish if the cron fires twice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AI application: the AI doesn't "use" the social APIs directly — it produces structured payloads that a deterministic publisher executes. This separation is critical for safety (no rogue LLM tweets) and for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11 — Feature pillar 5: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What separates a marketing tool from a marketing system is the feedback loop.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Conduikt connects to: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Google Analytics 4 — Traffic, conversions, attribution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Google Search Console — Impressions, clicks, position by query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YouTube Data API — View velocity, watch time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LinkedIn + X APIs — Per-post impressions, reactions, comments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Every 12 hours, a sync job pulls the latest numbers into Postgres. Agents read this on the next generation — so over time, the system knows what's working and biases toward formats/topics/timings that perform.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AI application: the closed loop. This is what turns a content generator into an optimiser.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12 — Feature pillar 6: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The boring-but-essential layer: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Audiences — Contacts, segments, lead capture forms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Email sequences — Drip campaigns with trigger + delay + branching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Webhooks — Outbound events to Zapier/Make/n8n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Automation queue — Background jobs (Inngest), retry policy, error log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Client reports — White-label PDFs for agencies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Team &amp; roles — Multi-seat workspaces with RBAC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Billing — Flutterwave for cards + bank transfers across Africa &amp; globally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This layer is what makes Conduikt usable by an agency managing 30 client accounts, not just a solo founder.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13 — AI applications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The academic angle: which AI capability is doing the work in each feature?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Feature                 AI capability applied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----------------------  ----------------------------------------------------------------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Onboarding interview    Multi-turn dialogue + structured extraction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Competitor analysis     Tool use (web fetch) + summarisation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Keyword research        Ideation + clustering (semantic similarity)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SEO audit               Multi-modal reasoning (Lighthouse JSON → ranked recommendations)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Blog generation         Long-form structured generation with schema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Image selection         Cross-modal retrieval (text → Unsplash via embeddings)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Video script            Constrained generation (scene-by-scene shooting script)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Avatar video            Multi-modal pipeline (text → speech → lip-sync)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Content scoring         LLM-as-judge (rubric-based grading)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A/B variant generation  Controlled variation (one hypothesis, N versions)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Posting schedule        Combinatorial optimisation (channels × times × content)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Performance feedback    Retrieval-augmented re-generation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Copy localisation       Cross-lingual generation with brand voice preservation          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Takeaway: Conduikt is a textbook example of agentic AI in production — not one big chatbot, but a system of specialised agents with deterministic glue.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14 — Why specialised agents &gt; one big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2A24"/>
                </a:solidFill>
                <a:latin typeface="Consolas"/>
              </a:rPr>
              <a:t>Approach            Issue                                                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------------------  ---------------------------------------------------------------------------------------------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Single GPT chat     Loses context. Can't enforce schema. No retry. No tools.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RAG over docs       Knows past — can't act, can't measure, can't iterate.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Specialised agents  Each agent has tight scope, strict output schema, isolated tool budget, independent eval set.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Specialisation also means: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Smaller prompts → cheaper inference (~70% cost reduction vs. monolithic)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Independent improvement → upgrade one agent without breaking the rest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Auditable → every output traces back to one agent's prompt + inputs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Composable → agents call each other through structured data, not strings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15 — Engineering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What makes Conduikt's AI usage production-grade (not a demo):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1.  Strict JSON output — every agent uses tool-use mode for schema enforcement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2.  Idempotent side effects — every publishing action is keyed and de-duplicated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3.  Refund on failure — if an AI job fails, the user's credit is automatically restored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4.  Friendly errors — internal errors are mapped to user-readable strings before display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5.  Durable workflows — Inngest re-runs failed steps without re-charging upstream work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6.  Row-Level Security — Postgres RLS guarantees one user can never see another's data, even if the app layer has a bug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7.  Rate limiting — token bucket per user, per action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8.  Telemetry — every agent invocation logged with input/output/latency/cost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These are the patterns we teach every industry team adopting agentic 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16 — Tech stack (the receipts)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2A24"/>
                </a:solidFill>
                <a:latin typeface="Consolas"/>
              </a:rPr>
              <a:t>Layer          Technology                                  Why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  ------------------------------------------  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Web framework  Next.js 15 (App Router, RSC)                Streaming UI, edge caching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UI             React + Tailwind v4 (custom design tokens)  "Mineral" dark theme, copper + teal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Database       Supabase Postgres + RLS                     Strong consistency + row security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AI             Anthropic Claude (Sonnet 4.6, Opus 4.7)     Best-in-class for structured + long-context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Workflows      Inngest                                     Durable functions, step memoisation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Cron           Postgres pg_cron                            In-DB scheduler, no extra infra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Email          Resend                                      Audiences, broadcasts, webhooks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Video          HeyGen + ElevenLabs                         Avatar + voice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Search/Images  Unsplash                                    Licensed editorial photography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Auth           Supabase Auth                               Email + Google OAuth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Billing        Flutterwave                                 Africa + global cards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Hosting        Vercel                                      Edge runtime + serverless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Observability  Vercel Analytics + Inngest dashboard        Latency + retry tracking              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17 — Numbers that matter (real 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20 specialised AI agents in production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10 Postgres tables under RLS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~85 API routes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4 social/email distribution channels live (LI, X, Resend, blog)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3 measurement integrations (GA4, GSC, YouTube)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5 min — pg_cron cadence for scheduled publishing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30–60 sec — typical video output length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4–6 min — median video render time (HeyGen)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&lt;1 min — typical blog generation time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&lt;10 sec — typical social post generation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18 — Where AI doesn't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Equally important: where Conduikt does not let the AI act autonomously.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Action                       Decided by  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---------------------------  --------------------------------------------------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Posting to a social account  User confirms each post OR pre-approves a calendar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Sending email to a list      User clicks "Send broadcast"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Charging the user's card     Stripe-compatible billing flow, never agent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Deleting data                RLS-enforced, user-initiated only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Connecting an integration    OAuth, with explicit scopes shown                 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AI generates. The user (or deterministic code) acts. This is the safety boundary every production agentic system needs.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19 — Lessons learned (for the classroom)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What we learned shipping a multi-agent SaaS: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1.  JSON mode is the unsung hero. Strict schemas eliminate 90% of "the AI did something weird" bugs.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2.  Token budgets are budgets. Track them per agent per user. Cap them. Refund on failure.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3.  Long jobs need durable execution. Plain serverless will time out on video, deep crawls, or large generations.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4.  Closed loops &gt; one-shot generation. The moment the AI sees its own past performance, output quality jumps.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5.  The DB schema is the architecture. Get the data model right and the AI agents become thin wrappers.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6.  Most users don't want a chatbot. They want a button. Hide the AI behind familiar UI.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7.  Errors must be friendly. Map provider errors (HeyGen "MOVIO_PAYMENT_INSUFFICIENT_CREDIT") to plain English before showing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20 — Who is it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2A24"/>
                </a:solidFill>
                <a:latin typeface="Consolas"/>
              </a:rPr>
              <a:t>Segment                        Use case                        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-----------------------------  ----------------------------------------------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Solo founders / indie hackers  Run all of marketing without hiring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SMB owners                     Replace a $5k/month agency retainer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Marketing agencies             Manage 10–50 client accounts with one operator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Course creators &amp; coaches      Daily content output across 4 channels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B2B startups                   LinkedIn-led growth on autopilot              </a:t>
            </a:r>
          </a:p>
          <a:p>
            <a:r>
              <a:rPr sz="1100">
                <a:solidFill>
                  <a:srgbClr val="2E2A24"/>
                </a:solidFill>
                <a:latin typeface="Consolas"/>
              </a:rPr>
              <a:t>Local businesses               SEO + Google reviews + email                  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Pricing tiers: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Free — Try one project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Growth — Solo / SMB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Agency — Multi-client, white-label, team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21 — Demo flow (60 seconds, live)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1.  Paste a website URL.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2.  Conduikt scrapes, analyses, and proposes a strategy. (0:00–0:20)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3.  Click "Generate week's content." 5 social posts + 1 blog + 1 email queued. (0:20–0:40)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4.  Click "Schedule." Posts go to LinkedIn + X over 7 days via pg_cron. (0:40–0:50)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5.  Click "Make a video ad." Avatar reads a 60s script in under 6 minutes. (0:50–6:00)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End-to-end: a week of marketing produced and scheduled in under 10 minutes.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22 — What's next on 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TikTok &amp; Instagram Reels publishing — the natural home for HeyGen-generated short video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Facebook + Instagram (pending Meta business verification)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Voice cloning — brand-specific voices via ElevenLabs Pro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Multi-language generation with consistent brand voice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Slack bot for in-team approvals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Marketplace for community-shared playbooks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23 — The thesis (one slide if I had only 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The next decade of software is not "AI features inside SaaS." It is AI-native SaaS, where the agents are the product.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Conduikt is what marketing looks like when you give one operator a team of 20 specialised AI agents, a real database, a scheduler, and the publishing rails.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The same pattern works for legal ops, recruiting, customer support, financial analysis, and engineering management.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The students sitting in this lecture are the ones who will build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Slide 24 — Links +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Live product: https://conduikt.com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Founder: Olayinka Fagbenro · Technicity Digital · Lagos, Nigeria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Email: hello@conduikt.com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X / LinkedIn: linked in JSON-LD on the site footer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Open positions: check the site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Slide deck prepared for educational use. Conduikt and "Mineral" design system © Technicity Digital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Appendix A — One paragraph the professor can paste into a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i="1">
                <a:solidFill>
                  <a:srgbClr val="1F6B66"/>
                </a:solidFill>
              </a:rPr>
              <a:t>❝  Conduikt is an AI-native marketing operating system built on Next.js, Supabase, and Anthropic's Claude. It coordinates 20 specialised AI agents — for strategy, SEO, content, video, email, and analytics — into a single workflow that takes a business from "URL" to "scheduled multi-channel campaign" in under 10 minutes. Each agent has its own strict JSON output schema, tool budget, and evaluation harness; deterministic services handle the side effects (publishing, billing, scheduling). It is a practical example of multi-agent AI in production, demonstrating tool use, structured generation, multi-modal pipelines (text→speech→avatar video), durable workflows, and closed-loop performance feedback. Used by founders, SMBs, and marketing agencies in Africa and globally. conduikt.com.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Appendix B — Suggested student exercises (for the professor)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1.  Pick one Conduikt agent and design its system prompt + JSON schema.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2.  Map the data flow from "user pastes URL" to "scheduled LinkedIn post" — list every system involved.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3.  Design a new agent (e.g. "podcast script writer") and integrate it into the existing data model.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4.  Identify three failure modes specific to multi-agent systems and propose mitigations.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5.  Build a minimal version of the pg_cron-driven scheduler with idempotency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