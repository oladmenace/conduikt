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Conduikt</a:t>
            </a:r>
          </a:p>
          <a:p>
            <a:r>
              <a:rPr sz="1600" i="1">
                <a:solidFill>
                  <a:srgbClr val="6B665E"/>
                </a:solidFill>
              </a:rPr>
              <a:t>AI Marketing Automation, in plain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One platform. One operator. The work of a marketing team — done by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Conduikt is an AI-powered marketing platform that helps anyone — founders, small businesses, agencies — plan, create, schedule, and publish marketing content across multiple channels, all from one place.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2E2A24"/>
                </a:solidFill>
              </a:rPr>
              <a:t>You paste a website URL. Conduikt does the rest.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1.  Researches your business — competitors, keywords, audience, brand voice.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2.  Plans your marketing — 30/60/90-day calendar with KPIs.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3.  Creates the content — blog posts, social posts, emails, ad copy, short-form video.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4.  Publishes everywhere — LinkedIn, X, TikTok, email, your own blog.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5.  Measures performance — pulls live numbers from Google Analytics and Search Console.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What you can make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Blog posts — SEO-optimised, 1500 words, with images.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Social posts — LinkedIn, X, TikTok-ready.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Emails — broadcasts and drip sequences.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Video ads — short-form vertical video with an AI presenter.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Landing pages &amp; ad copy — conversion-focused.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Programmatic SEO pages — generate dozens of targeted pages in one click.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How it works (at a glance)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A team of specialised AI agents — one per skill (SEO, copy, social, video, etc.)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A scheduler that publishes posts at the right time on the right platform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A measurement layer that feeds results back into the next round of content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A simple dashboard — no AI prompting required, just clicks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Solo founders who can't afford a marketing team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Small businesses that want consistent output without an agency retainer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Marketing agencies managing many clients at once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Course creators, coaches, and local businesses who need to show up daily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One operator can do the work of a 5–9 person marketing team.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Content output goes from monthly to daily — without burning out.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Performance compounds — the system learns what works and does more of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D96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6B66"/>
                </a:solidFill>
              </a:rP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Live: https://conduikt.com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Email: hello@conduikt.com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2E2A24"/>
                </a:solidFill>
              </a:rPr>
              <a:t>▸  Free plan available. Paid tiers for growth and agencies.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